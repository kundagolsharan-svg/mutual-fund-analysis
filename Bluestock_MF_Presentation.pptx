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Bluestock MF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summary, performance analysis, and dashboard highlights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Assess mutual fund returns, risk, and benchmark performance across 40 schemes.</a:t>
            </a:r>
          </a:p>
          <a:p>
            <a:pPr>
              <a:defRPr sz="1800">
                <a:latin typeface="Calibri"/>
              </a:defRPr>
            </a:pPr>
            <a:r>
              <a:t>Build a repeatable analytics pipeline for ETL, EDA, and performance reporting.</a:t>
            </a:r>
          </a:p>
          <a:p>
            <a:pPr>
              <a:defRPr sz="1800">
                <a:latin typeface="Calibri"/>
              </a:defRPr>
            </a:pPr>
            <a:r>
              <a:t>Deliver a professional dashboard and final report for decision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Fund master, NAV history, AUM, SIP inflows, category inflows, folio counts, holdings, transactions, and benchmarks.</a:t>
            </a:r>
          </a:p>
          <a:p>
            <a:pPr>
              <a:defRPr sz="1800">
                <a:latin typeface="Calibri"/>
              </a:defRPr>
            </a:pPr>
            <a:r>
              <a:t>Cleaned data is stored under data/processed for downstream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Modular ETL with ingestion, cleaning, validation, analytics, and reporting steps.</a:t>
            </a:r>
          </a:p>
          <a:p>
            <a:pPr>
              <a:defRPr sz="1800">
                <a:latin typeface="Calibri"/>
              </a:defRPr>
            </a:pPr>
            <a:r>
              <a:t>Processed CSV outputs and static dashboard artifacts support reproducible delivery.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 1</a:t>
            </a:r>
          </a:p>
        </p:txBody>
      </p:sp>
      <p:pic>
        <p:nvPicPr>
          <p:cNvPr id="3" name="Picture 2" descr="nav_trends_all_sc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NAV trending across schemes reveals market cycles and fund movement.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 2</a:t>
            </a:r>
          </a:p>
        </p:txBody>
      </p:sp>
      <p:pic>
        <p:nvPicPr>
          <p:cNvPr id="3" name="Picture 2" descr="monthly_sip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251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Monthly SIP inflows show strong retail contribution to fund 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pic>
        <p:nvPicPr>
          <p:cNvPr id="3" name="Picture 2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Top funds compared with NIFTY benchmarks to validate strategy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Metrics</a:t>
            </a:r>
          </a:p>
        </p:txBody>
      </p:sp>
      <p:pic>
        <p:nvPicPr>
          <p:cNvPr id="3" name="Picture 2" descr="daily_returns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251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Daily return distributions and volatility are used to quantify downside exposure.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Screenshot</a:t>
            </a:r>
          </a:p>
        </p:txBody>
      </p:sp>
      <p:pic>
        <p:nvPicPr>
          <p:cNvPr id="3" name="Picture 2" descr="sector_allocation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Sector allocation and AUM distribution provide quick portfolio insight.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Screenshot</a:t>
            </a:r>
          </a:p>
        </p:txBody>
      </p:sp>
      <p:pic>
        <p:nvPicPr>
          <p:cNvPr id="3" name="Picture 2" descr="aum_by_house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AUM by fund house highlights concentration and market share.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Strong SIP inflows and AUM growth indicate continued investor confidence.</a:t>
            </a:r>
          </a:p>
          <a:p>
            <a:pPr>
              <a:defRPr sz="1800">
                <a:latin typeface="Calibri"/>
              </a:defRPr>
            </a:pPr>
            <a:r>
              <a:t>Top-ranked funds show favorable risk-adjusted returns versus benchmarks.</a:t>
            </a:r>
          </a:p>
          <a:p>
            <a:pPr>
              <a:defRPr sz="1800">
                <a:latin typeface="Calibri"/>
              </a:defRPr>
            </a:pPr>
            <a:r>
              <a:t>Correlation analysis underlines the importance of diversification across themes and sectors.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Contact: Bluestock Analytics</a:t>
            </a:r>
          </a:p>
          <a:p>
            <a:pPr>
              <a:defRPr sz="1800">
                <a:latin typeface="Calibri"/>
              </a:defRPr>
            </a:pPr>
            <a:r>
              <a:t>Repository includes final report, slide deck, and dashboard artifacts.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